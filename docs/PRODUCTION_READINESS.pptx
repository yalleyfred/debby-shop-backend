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1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468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Debby Shop — Production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7432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Status Report: What is Done, What is Pending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NestJS  |  PostgreSQL  |  Stripe  |  Cloudinary  |  SMTP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This deck tracks all production readiness items across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critical blockers, launch requirements, and post-launch improvements.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59669"/>
                </a:solidFill>
                <a:latin typeface="Calibri"/>
              </a:rPr>
              <a:t>Summary: Most Critical Items are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6 of 6 Critical blockers resolved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7 of 7 Significant pre-launch items resolved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[TODO]  5 post-launch improvements pending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[TODO]  8 empty stub modules need implementation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The backend is production-ready for core e-commerce 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59669"/>
                </a:solidFill>
                <a:latin typeface="Calibri"/>
              </a:rPr>
              <a:t>Critical Blockers — All Resolved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Email service — nodemailer wired to 7 endpoints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Rate limiting — ThrottlerGuard (60 req/min global)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Stripe webhook handler — signature verified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Database migrations — synchronize: false in prod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Env variable validation — Joi schema, fail-fast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CORS — reads CORS_ORIGIN env var, no hardcoding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59669"/>
                </a:solidFill>
                <a:latin typeface="Calibri"/>
              </a:rPr>
              <a:t>Email Service: 7 Transactional Flows Covered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Forgot password    -&gt;  sendPasswordReset()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Registration       -&gt;  sendEmailVerification()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Admin reset        -&gt;  sendAdminPasswordResetLink()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Custom email       -&gt;  sendCustomEmail()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Contact form       -&gt;  sendContactNotification()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Newsletter signup  -&gt;  sendNewsletterConfirmation()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Order creation     -&gt;  sendOrderConfirmation()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Provider: nodemailer via SMTP (SendGrid-compatible)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59669"/>
                </a:solidFill>
                <a:latin typeface="Calibri"/>
              </a:rPr>
              <a:t>Stripe Payments: Webhook Fully Implemented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Endpoint:  POST /payment/webhook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Security:  stripe-signature header + STRIPE_WEBHOOK_SECRET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payment_intent.succeeded  -&gt;  Order.status = processing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                              OrderPayment.status = paid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payment_intent.failed     -&gt;  OrderPayment.status = failed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@Public() + @SkipThrottle() — Stripe retries work correctly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rawBody: true enabled in main.ts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59669"/>
                </a:solidFill>
                <a:latin typeface="Calibri"/>
              </a:rPr>
              <a:t>Security: Pre-Launch Items All Resolved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2FA — TOTP verify, enforce, disable endpoints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JWT refresh token revocation — JTI blocklist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Helmet — HTTP security headers applied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Compression — gzip enabled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Global exception filter — no stack traces in prod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Global response envelope — ResponseInterceptor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Analytics — SQL QueryBuilder, no in-memory scans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59669"/>
                </a:solidFill>
                <a:latin typeface="Calibri"/>
              </a:rPr>
              <a:t>2FA Implementation: RFC-Compliant TOTP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POST /auth/2fa/verify-setup  -&gt;  confirms TOTP, enables 2FA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POST /auth/2fa/verify        -&gt;  post-login 2FA step (@Public)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POST /auth/2fa/disable       -&gt;  disables after TOTP confirm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Login returns { requires2FA: true, tempToken } when enabled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Pure Node.js crypto (RFC 6238 / RFC 4226)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Clock skew: +/- 1 window tolerance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59669"/>
                </a:solidFill>
                <a:latin typeface="Calibri"/>
              </a:rPr>
              <a:t>Database: Migration-Safe Production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synchronize: false in production (conditional per NODE_ENV)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src/data-source.ts  -&gt;  TypeORM CLI data source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npm run migration:generate  -&gt;  create new migration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npm run migration:run       -&gt;  apply migrations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npm run migration:revert    -&gt;  rollback last migration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npm run migration:show      -&gt;  list applied migrations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59669"/>
                </a:solidFill>
                <a:latin typeface="Calibri"/>
              </a:rPr>
              <a:t>Environment Variables Required for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App:       PORT, NODE_ENV, APP_URL, CORS_ORIGIN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Database:  DB_HOST, DB_PORT, DB_USERNAME, DB_PASSWORD, DB_NAME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Auth:      JWT_SECRET (min 32 chars)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Cloudinary: CLOUDINARY_CLOUD_NAME, API_KEY, API_SECRET, FOLDER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Stripe:    STRIPE_SECRET_KEY, STRIPE_WEBHOOK_SECRET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Email:     SMTP_HOST, SMTP_PORT, SMTP_USER, SMTP_PASS,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           SMTP_FROM, ADMIN_EMAIL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App fails fast on startup if any required var is missing.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59669"/>
                </a:solidFill>
                <a:latin typeface="Calibri"/>
              </a:rPr>
              <a:t>Post-Launch: 5 Improvements Pending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[TODO]  Swagger — @nestjs/swagger installed, not configured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[TODO]  Health check — GET /health for load balancers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[TODO]  Structured logging — replace console.log with winston/pino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[TODO]  Wishlists module — entities exist, no HTTP layer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[TODO]  8 empty stub modules need implementation: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        admin, cart, categories, coupons,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        inventory, notifications, reviews, shipping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59669"/>
                </a:solidFill>
                <a:latin typeface="Calibri"/>
              </a:rPr>
              <a:t>Production Deployment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Set all required environment variables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Run database migrations before deploy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Configure Stripe webhook URL in dashboard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Set CORS_ORIGIN to production domain(s)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[DONE]  Verify SMTP credentials with test email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[TODO]  Add GET /health endpoint for uptime monitoring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[TODO]  Configure structured logging for observability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59669"/>
                </a:solidFill>
                <a:latin typeface="Calibri"/>
              </a:rPr>
              <a:t>Debby Shop is Ready for Production Launch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8872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What is complete: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All 6 critical blockers resolved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All 7 significant pre-launch items resolved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Security hardened: 2FA, JWT revocation, Helmet, CORS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  - Payments, email, and database fully production-safe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2563EB"/>
                </a:solidFill>
                <a:latin typeface="Calibri"/>
              </a:rPr>
              <a:t>Next: Deploy, configure env vars, run migrations, go live.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