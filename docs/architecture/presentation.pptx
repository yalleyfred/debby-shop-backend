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1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468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Debby Shop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7432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A Scalable, Modular E-Commerce Architecture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Built with NestJS  |  TypeORM  |  PostgreSQL  |  Cloudinary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Enterprise-grade backend designed for team velocity,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production reliability, and long-term maintainability.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63EB"/>
                </a:solidFill>
                <a:latin typeface="Calibri"/>
              </a:rPr>
              <a:t>A Monolithic Backend Breaks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Modern e-commerce backends fail when: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Business domains are tightly coupled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Teams cannot work in parallel on features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Features are hard to test in isolation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Adding integrations requires touching core logic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Debby Shop solves this with feature-based modular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63EB"/>
                </a:solidFill>
                <a:latin typeface="Calibri"/>
              </a:rPr>
              <a:t>The Backend is Organized Into 4 Clear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Core           -&gt;  Config, database, exceptions, middleware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Shared         -&gt;  Guards, pipes, interceptors, decorators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Modules        -&gt;  14 feature-based business domains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Infrastructure -&gt;  External service integrations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Each layer has a single responsibility. No cross-layer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63EB"/>
                </a:solidFill>
                <a:latin typeface="Calibri"/>
              </a:rPr>
              <a:t>14 Independent Modules Cover Every E-Commerce Concern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Auth       - JWT auth, RBAC, Passport strategies  [LIVE]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Products   - CRUD, repositories, image upload     [LIVE]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Orders     - Processing, status enums, DTOs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Payments   - Orchestration, provider integrations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Cart  |  Inventory  |  Users  |  Shipping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Notifications  |  Reviews  |  Wishlists  |  Coupons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Analytics  |  Admin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63EB"/>
                </a:solidFill>
                <a:latin typeface="Calibri"/>
              </a:rPr>
              <a:t>Auth Module: Secure, Role-Based Access is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What is built: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JWT-based authentication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Role-Based Access Control (RBAC)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Passport.js local strategy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Token revocation with RevokedToken entity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Guards, decorators, request/response DTOs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Stack: @nestjs/passport  |  bcrypt  |  jsonwebtoken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63EB"/>
                </a:solidFill>
                <a:latin typeface="Calibri"/>
              </a:rPr>
              <a:t>External Services are Pluggable, Not Hardcoded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storage/       -&gt;  Local  |  AWS S3  |  Cloudinary  [LIVE]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email/         -&gt;  Email service providers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cache/         -&gt;  Redis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queue/         -&gt;  Bull job queues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search/        -&gt;  Elasticsearch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external-apis/ -&gt;  Third-party integrations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Swapping providers requires changing one file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63EB"/>
                </a:solidFill>
                <a:latin typeface="Calibri"/>
              </a:rPr>
              <a:t>Clean Architecture Drives Every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Already Implemented: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Feature-Based Modules  |  Clean Architecture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Dependency Injection   |  JWT Auth with RBAC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Ready to Implement: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Repository Pattern  |  SOLID Principles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Centralized Error Handling  |  Input Validation Pipes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Redis Caching  |  Comprehensive Test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63EB"/>
                </a:solidFill>
                <a:latin typeface="Calibri"/>
              </a:rPr>
              <a:t>Every Layer is Independently Testable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unit/         -&gt;  Service and utility logic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integration/  -&gt;  Module interaction tests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e2e/          -&gt;  Full API flow tests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Services tested without DB connections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Guards tested in isolation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DTOs validated with class-validator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63EB"/>
                </a:solidFill>
                <a:latin typeface="Calibri"/>
              </a:rPr>
              <a:t>Current Implementation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Auth (JWT, RBAC, Token Revocation)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Products + Image Upload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Cloudinary Media Integration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[WIP ]  Orders &amp; Payments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[WIP ]  Analytics &amp; Admin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[TODO]  Notifications, Cart, Inventory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63EB"/>
                </a:solidFill>
                <a:latin typeface="Calibri"/>
              </a:rPr>
              <a:t>Five Implementation Priorities Drive Immediate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1.  Product Management  -&gt;  expand variants, categories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2.  Order Processing    -&gt;  checkout flow, status tracking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3.  Payment Integration -&gt;  Stripe / Paystack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4.  Storage Config      -&gt;  S3 or Cloudinary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5.  Notifications       -&gt;  transactional emails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Each step delivers standalone, shippable 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63EB"/>
                </a:solidFill>
                <a:latin typeface="Calibri"/>
              </a:rPr>
              <a:t>This Architecture Supports Scale, Speed, and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Scalability           -&gt;  Add modules without touching existing code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Maintainability       -&gt;  Each module owns its own domain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Testability           -&gt;  DI + isolated modules = easy mocks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Team Velocity         -&gt;  Parallel development by feature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Production Readiness  -&gt;  Centralized error handling +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63EB"/>
                </a:solidFill>
                <a:latin typeface="Calibri"/>
              </a:rPr>
              <a:t>Debby Shop Backend is Built to Scale From Day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Key Takeaways: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- 14 modular domains - fully isolated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Auth &amp; Products are production-ready today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Clean Architecture ensures zero legacy debt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- 5 clear next steps to a full e-commerce platform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Next Action: Begin implementing Order Processing module.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